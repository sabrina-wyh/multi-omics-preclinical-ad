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"/>
  </p:notesMasterIdLst>
  <p:sldIdLst>
    <p:sldId id="256" r:id="rId2"/>
  </p:sldIdLst>
  <p:sldSz cx="172799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598"/>
  </p:normalViewPr>
  <p:slideViewPr>
    <p:cSldViewPr snapToGrid="0">
      <p:cViewPr>
        <p:scale>
          <a:sx n="109" d="100"/>
          <a:sy n="109" d="100"/>
        </p:scale>
        <p:origin x="-232" y="-1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CDF61-E556-CE48-9818-A9B48EADB22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70138" y="1143000"/>
            <a:ext cx="2117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8BF43-B867-D844-A6BE-0DC8885EC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70138" y="1143000"/>
            <a:ext cx="21177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8BF43-B867-D844-A6BE-0DC8885ECF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46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996" y="4124164"/>
            <a:ext cx="14687947" cy="8773325"/>
          </a:xfrm>
        </p:spPr>
        <p:txBody>
          <a:bodyPr anchor="b"/>
          <a:lstStyle>
            <a:lvl1pPr algn="ctr">
              <a:defRPr sz="113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13235822"/>
            <a:ext cx="12959954" cy="6084159"/>
          </a:xfrm>
        </p:spPr>
        <p:txBody>
          <a:bodyPr/>
          <a:lstStyle>
            <a:lvl1pPr marL="0" indent="0" algn="ctr">
              <a:buNone/>
              <a:defRPr sz="4536"/>
            </a:lvl1pPr>
            <a:lvl2pPr marL="864017" indent="0" algn="ctr">
              <a:buNone/>
              <a:defRPr sz="3780"/>
            </a:lvl2pPr>
            <a:lvl3pPr marL="1728033" indent="0" algn="ctr">
              <a:buNone/>
              <a:defRPr sz="3402"/>
            </a:lvl3pPr>
            <a:lvl4pPr marL="2592050" indent="0" algn="ctr">
              <a:buNone/>
              <a:defRPr sz="3024"/>
            </a:lvl4pPr>
            <a:lvl5pPr marL="3456066" indent="0" algn="ctr">
              <a:buNone/>
              <a:defRPr sz="3024"/>
            </a:lvl5pPr>
            <a:lvl6pPr marL="4320083" indent="0" algn="ctr">
              <a:buNone/>
              <a:defRPr sz="3024"/>
            </a:lvl6pPr>
            <a:lvl7pPr marL="5184099" indent="0" algn="ctr">
              <a:buNone/>
              <a:defRPr sz="3024"/>
            </a:lvl7pPr>
            <a:lvl8pPr marL="6048116" indent="0" algn="ctr">
              <a:buNone/>
              <a:defRPr sz="3024"/>
            </a:lvl8pPr>
            <a:lvl9pPr marL="6912132" indent="0" algn="ctr">
              <a:buNone/>
              <a:defRPr sz="302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98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8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6282501"/>
            <a:ext cx="14903947" cy="10482488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16864157"/>
            <a:ext cx="14903947" cy="5512493"/>
          </a:xfrm>
        </p:spPr>
        <p:txBody>
          <a:bodyPr/>
          <a:lstStyle>
            <a:lvl1pPr marL="0" indent="0">
              <a:buNone/>
              <a:defRPr sz="4536">
                <a:solidFill>
                  <a:schemeClr val="tx1">
                    <a:tint val="82000"/>
                  </a:schemeClr>
                </a:solidFill>
              </a:defRPr>
            </a:lvl1pPr>
            <a:lvl2pPr marL="86401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2pPr>
            <a:lvl3pPr marL="1728033" indent="0">
              <a:buNone/>
              <a:defRPr sz="3402">
                <a:solidFill>
                  <a:schemeClr val="tx1">
                    <a:tint val="82000"/>
                  </a:schemeClr>
                </a:solidFill>
              </a:defRPr>
            </a:lvl3pPr>
            <a:lvl4pPr marL="259205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4pPr>
            <a:lvl5pPr marL="345606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5pPr>
            <a:lvl6pPr marL="4320083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6pPr>
            <a:lvl7pPr marL="5184099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7pPr>
            <a:lvl8pPr marL="6048116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8pPr>
            <a:lvl9pPr marL="6912132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21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6708326"/>
            <a:ext cx="7343974" cy="159891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6708326"/>
            <a:ext cx="7343974" cy="159891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04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341671"/>
            <a:ext cx="14903947" cy="487083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8" y="6177496"/>
            <a:ext cx="7310223" cy="3027495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8" y="9204991"/>
            <a:ext cx="7310223" cy="135391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70" y="6177496"/>
            <a:ext cx="7346224" cy="3027495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70" y="9204991"/>
            <a:ext cx="7346224" cy="135391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33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0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36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679998"/>
            <a:ext cx="5573230" cy="5879994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3628335"/>
            <a:ext cx="8747969" cy="17908316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6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7559993"/>
            <a:ext cx="5573230" cy="14005821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679998"/>
            <a:ext cx="5573230" cy="5879994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3628335"/>
            <a:ext cx="8747969" cy="17908316"/>
          </a:xfrm>
        </p:spPr>
        <p:txBody>
          <a:bodyPr anchor="t"/>
          <a:lstStyle>
            <a:lvl1pPr marL="0" indent="0">
              <a:buNone/>
              <a:defRPr sz="6047"/>
            </a:lvl1pPr>
            <a:lvl2pPr marL="864017" indent="0">
              <a:buNone/>
              <a:defRPr sz="5291"/>
            </a:lvl2pPr>
            <a:lvl3pPr marL="1728033" indent="0">
              <a:buNone/>
              <a:defRPr sz="4536"/>
            </a:lvl3pPr>
            <a:lvl4pPr marL="2592050" indent="0">
              <a:buNone/>
              <a:defRPr sz="3780"/>
            </a:lvl4pPr>
            <a:lvl5pPr marL="3456066" indent="0">
              <a:buNone/>
              <a:defRPr sz="3780"/>
            </a:lvl5pPr>
            <a:lvl6pPr marL="4320083" indent="0">
              <a:buNone/>
              <a:defRPr sz="3780"/>
            </a:lvl6pPr>
            <a:lvl7pPr marL="5184099" indent="0">
              <a:buNone/>
              <a:defRPr sz="3780"/>
            </a:lvl7pPr>
            <a:lvl8pPr marL="6048116" indent="0">
              <a:buNone/>
              <a:defRPr sz="3780"/>
            </a:lvl8pPr>
            <a:lvl9pPr marL="6912132" indent="0">
              <a:buNone/>
              <a:defRPr sz="37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7559993"/>
            <a:ext cx="5573230" cy="14005821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0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1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6" y="1341665"/>
            <a:ext cx="3725987" cy="213558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7" y="1341665"/>
            <a:ext cx="10961961" cy="2135581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64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1341671"/>
            <a:ext cx="14903947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6708326"/>
            <a:ext cx="14903947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23356649"/>
            <a:ext cx="3887986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F6FD62-02AD-6C4B-B0BE-EFECF306ACF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23356649"/>
            <a:ext cx="5831979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23356649"/>
            <a:ext cx="3887986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A208A-6F9C-9845-B32A-5D3EA186D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03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728033" rtl="0" eaLnBrk="1" latinLnBrk="0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8" indent="-432008" algn="l" defTabSz="1728033" rtl="0" eaLnBrk="1" latinLnBrk="0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602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2pPr>
      <a:lvl3pPr marL="21600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02405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888075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75209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616108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480124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7344141" indent="-432008" algn="l" defTabSz="1728033" rtl="0" eaLnBrk="1" latinLnBrk="0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1pPr>
      <a:lvl2pPr marL="864017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72803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592050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45606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320083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184099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048116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6912132" algn="l" defTabSz="1728033" rtl="0" eaLnBrk="1" latinLnBrk="0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98A1829-FEDD-25AD-E26D-C86D9F4312EB}"/>
              </a:ext>
            </a:extLst>
          </p:cNvPr>
          <p:cNvSpPr txBox="1"/>
          <p:nvPr/>
        </p:nvSpPr>
        <p:spPr>
          <a:xfrm>
            <a:off x="506995" y="221780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30C54-8583-82ED-25A3-F215F31BF638}"/>
              </a:ext>
            </a:extLst>
          </p:cNvPr>
          <p:cNvSpPr txBox="1"/>
          <p:nvPr/>
        </p:nvSpPr>
        <p:spPr>
          <a:xfrm>
            <a:off x="4512139" y="340661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B.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650DCBA-F121-1763-BC20-4942EC5F449D}"/>
              </a:ext>
            </a:extLst>
          </p:cNvPr>
          <p:cNvSpPr txBox="1"/>
          <p:nvPr/>
        </p:nvSpPr>
        <p:spPr>
          <a:xfrm>
            <a:off x="8408005" y="308276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C.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57CF1F-A32D-4033-4665-8AB766363F2C}"/>
              </a:ext>
            </a:extLst>
          </p:cNvPr>
          <p:cNvSpPr txBox="1"/>
          <p:nvPr/>
        </p:nvSpPr>
        <p:spPr>
          <a:xfrm>
            <a:off x="12597869" y="248285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D.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63932C-B9A7-C0BC-E92E-F09ECDCC142B}"/>
              </a:ext>
            </a:extLst>
          </p:cNvPr>
          <p:cNvSpPr txBox="1"/>
          <p:nvPr/>
        </p:nvSpPr>
        <p:spPr>
          <a:xfrm>
            <a:off x="327403" y="4350580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E.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B22735-E51D-4BF7-EA58-E8852DE81486}"/>
              </a:ext>
            </a:extLst>
          </p:cNvPr>
          <p:cNvSpPr txBox="1"/>
          <p:nvPr/>
        </p:nvSpPr>
        <p:spPr>
          <a:xfrm>
            <a:off x="8844590" y="4350928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F.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471F016-63A6-7A34-B243-4216CFC79313}"/>
              </a:ext>
            </a:extLst>
          </p:cNvPr>
          <p:cNvSpPr txBox="1"/>
          <p:nvPr/>
        </p:nvSpPr>
        <p:spPr>
          <a:xfrm>
            <a:off x="327403" y="9764339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G.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745B7D-7739-8971-6818-1800554D938F}"/>
              </a:ext>
            </a:extLst>
          </p:cNvPr>
          <p:cNvSpPr txBox="1"/>
          <p:nvPr/>
        </p:nvSpPr>
        <p:spPr>
          <a:xfrm>
            <a:off x="8683746" y="9764339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H. 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6C6B39-AB24-A1F9-7EB3-5B6D4BDD7C24}"/>
              </a:ext>
            </a:extLst>
          </p:cNvPr>
          <p:cNvSpPr txBox="1"/>
          <p:nvPr/>
        </p:nvSpPr>
        <p:spPr>
          <a:xfrm>
            <a:off x="402560" y="17060184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I.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EAC638-6287-FC08-F24D-2B7F8FA413D5}"/>
              </a:ext>
            </a:extLst>
          </p:cNvPr>
          <p:cNvSpPr txBox="1"/>
          <p:nvPr/>
        </p:nvSpPr>
        <p:spPr>
          <a:xfrm>
            <a:off x="9120330" y="17244850"/>
            <a:ext cx="873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5D4157-CC91-3D2A-941E-AA499CA9D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170" y="722473"/>
            <a:ext cx="3549784" cy="3296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83E99A-8F95-7DFE-45C9-143109974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7869" y="545184"/>
            <a:ext cx="3811515" cy="3539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8F7D65-92BE-415E-F368-386B7F609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86" y="4303583"/>
            <a:ext cx="7315200" cy="5486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511096-FEFD-8944-B907-8C0C9CC46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0753" y="4303583"/>
            <a:ext cx="7315200" cy="54864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2F73BF6-29D0-7B57-BE8E-28338FA761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0" t="3167" r="-860" b="-3167"/>
          <a:stretch>
            <a:fillRect/>
          </a:stretch>
        </p:blipFill>
        <p:spPr>
          <a:xfrm>
            <a:off x="9200753" y="18643670"/>
            <a:ext cx="7772400" cy="55517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A8ED74-F5BF-AE1C-23F6-030169123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824" y="684066"/>
            <a:ext cx="3558068" cy="3303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2EACED-4B8F-3C22-B421-DCD9C9E2FB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2829" y="734940"/>
            <a:ext cx="3536357" cy="32837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3A0D97C-F74C-6CD4-16F0-643DA4A704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279" y="10152576"/>
            <a:ext cx="7657907" cy="65639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B14904B-9C05-F987-3E34-297A939E4A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4589" y="10330364"/>
            <a:ext cx="7450488" cy="638613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A7C5913-6874-FB32-A054-44C9A34FD4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403" y="17773204"/>
            <a:ext cx="7866489" cy="674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9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410</TotalTime>
  <Words>21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Yihan Wang</dc:creator>
  <cp:lastModifiedBy>Yihan Wang</cp:lastModifiedBy>
  <cp:revision>4</cp:revision>
  <dcterms:created xsi:type="dcterms:W3CDTF">2026-01-01T09:43:54Z</dcterms:created>
  <dcterms:modified xsi:type="dcterms:W3CDTF">2026-01-25T05:05:17Z</dcterms:modified>
</cp:coreProperties>
</file>