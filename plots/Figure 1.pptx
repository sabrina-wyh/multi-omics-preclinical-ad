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59998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598"/>
  </p:normalViewPr>
  <p:slideViewPr>
    <p:cSldViewPr snapToGrid="0">
      <p:cViewPr>
        <p:scale>
          <a:sx n="89" d="100"/>
          <a:sy n="89" d="100"/>
        </p:scale>
        <p:origin x="144" y="-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356703"/>
            <a:ext cx="10709990" cy="5013407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7563446"/>
            <a:ext cx="9449991" cy="3476717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2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2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590057"/>
            <a:ext cx="10867490" cy="5990088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9636813"/>
            <a:ext cx="10867490" cy="3150046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82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3833390"/>
            <a:ext cx="5354995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3833390"/>
            <a:ext cx="5354995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8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766681"/>
            <a:ext cx="10867490" cy="27833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530053"/>
            <a:ext cx="5330385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5260078"/>
            <a:ext cx="5330385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530053"/>
            <a:ext cx="5356636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5260078"/>
            <a:ext cx="5356636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0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72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2073367"/>
            <a:ext cx="6378744" cy="10233485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2073367"/>
            <a:ext cx="6378744" cy="10233485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4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1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766678"/>
            <a:ext cx="2716872" cy="122035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766678"/>
            <a:ext cx="7993117" cy="122035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1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766681"/>
            <a:ext cx="108674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3833390"/>
            <a:ext cx="108674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FD62-02AD-6C4B-B0BE-EFECF306ACF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3346867"/>
            <a:ext cx="42524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0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829207-79A0-02CA-6AB4-806554445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10"/>
          <a:stretch>
            <a:fillRect/>
          </a:stretch>
        </p:blipFill>
        <p:spPr>
          <a:xfrm>
            <a:off x="778880" y="1120140"/>
            <a:ext cx="10634134" cy="6079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A81A3-7919-AAE3-E78F-F5A58D6032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10"/>
          <a:stretch>
            <a:fillRect/>
          </a:stretch>
        </p:blipFill>
        <p:spPr>
          <a:xfrm>
            <a:off x="778881" y="7847964"/>
            <a:ext cx="10634133" cy="60799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8A1829-FEDD-25AD-E26D-C86D9F4312EB}"/>
              </a:ext>
            </a:extLst>
          </p:cNvPr>
          <p:cNvSpPr txBox="1"/>
          <p:nvPr/>
        </p:nvSpPr>
        <p:spPr>
          <a:xfrm>
            <a:off x="778880" y="1120140"/>
            <a:ext cx="873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30C54-8583-82ED-25A3-F215F31BF638}"/>
              </a:ext>
            </a:extLst>
          </p:cNvPr>
          <p:cNvSpPr txBox="1"/>
          <p:nvPr/>
        </p:nvSpPr>
        <p:spPr>
          <a:xfrm>
            <a:off x="6095947" y="1097280"/>
            <a:ext cx="873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1C1C4-ABAE-AB11-C2F9-19A006236B77}"/>
              </a:ext>
            </a:extLst>
          </p:cNvPr>
          <p:cNvSpPr txBox="1"/>
          <p:nvPr/>
        </p:nvSpPr>
        <p:spPr>
          <a:xfrm>
            <a:off x="778880" y="7386299"/>
            <a:ext cx="873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C. </a:t>
            </a:r>
          </a:p>
        </p:txBody>
      </p:sp>
    </p:spTree>
    <p:extLst>
      <p:ext uri="{BB962C8B-B14F-4D97-AF65-F5344CB8AC3E}">
        <p14:creationId xmlns:p14="http://schemas.microsoft.com/office/powerpoint/2010/main" val="319039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Yihan Wang</cp:lastModifiedBy>
  <cp:revision>1</cp:revision>
  <dcterms:created xsi:type="dcterms:W3CDTF">2026-01-01T09:43:54Z</dcterms:created>
  <dcterms:modified xsi:type="dcterms:W3CDTF">2026-01-01T09:50:34Z</dcterms:modified>
</cp:coreProperties>
</file>