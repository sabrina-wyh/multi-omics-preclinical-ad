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6" r:id="rId2"/>
  </p:sldIdLst>
  <p:sldSz cx="2159952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598"/>
  </p:normalViewPr>
  <p:slideViewPr>
    <p:cSldViewPr snapToGrid="0">
      <p:cViewPr varScale="1">
        <p:scale>
          <a:sx n="45" d="100"/>
          <a:sy n="45" d="100"/>
        </p:scale>
        <p:origin x="27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CDF61-E556-CE48-9818-A9B48EADB22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8BF43-B867-D844-A6BE-0DC8885E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7975" y="1143000"/>
            <a:ext cx="3702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8BF43-B867-D844-A6BE-0DC8885ECF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2945943"/>
            <a:ext cx="18359596" cy="6266897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9454516"/>
            <a:ext cx="16199644" cy="4345992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7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4487671"/>
            <a:ext cx="18629590" cy="7487774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2046282"/>
            <a:ext cx="18629590" cy="3937644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9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4791843"/>
            <a:ext cx="9179798" cy="114212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4791843"/>
            <a:ext cx="9179798" cy="114212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9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58373"/>
            <a:ext cx="18629590" cy="34792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4412664"/>
            <a:ext cx="9137610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6575242"/>
            <a:ext cx="9137610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4412664"/>
            <a:ext cx="9182611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6575242"/>
            <a:ext cx="9182611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7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2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8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200044"/>
            <a:ext cx="6966409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2591766"/>
            <a:ext cx="10934760" cy="12792138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5400199"/>
            <a:ext cx="6966409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7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200044"/>
            <a:ext cx="6966409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2591766"/>
            <a:ext cx="10934760" cy="12792138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5400199"/>
            <a:ext cx="6966409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7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958369"/>
            <a:ext cx="4657398" cy="1525473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958369"/>
            <a:ext cx="13702199" cy="1525473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3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958373"/>
            <a:ext cx="18629590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4791843"/>
            <a:ext cx="18629590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6683952"/>
            <a:ext cx="4859893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6683952"/>
            <a:ext cx="7289840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6683952"/>
            <a:ext cx="4859893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6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8A1829-FEDD-25AD-E26D-C86D9F4312EB}"/>
              </a:ext>
            </a:extLst>
          </p:cNvPr>
          <p:cNvSpPr txBox="1"/>
          <p:nvPr/>
        </p:nvSpPr>
        <p:spPr>
          <a:xfrm>
            <a:off x="2081441" y="-2679783"/>
            <a:ext cx="909588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b="1" dirty="0"/>
              <a:t>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30C54-8583-82ED-25A3-F215F31BF638}"/>
              </a:ext>
            </a:extLst>
          </p:cNvPr>
          <p:cNvSpPr txBox="1"/>
          <p:nvPr/>
        </p:nvSpPr>
        <p:spPr>
          <a:xfrm>
            <a:off x="754422" y="8421959"/>
            <a:ext cx="90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6A296-DBE6-3B12-382E-005BFC545D53}"/>
              </a:ext>
            </a:extLst>
          </p:cNvPr>
          <p:cNvSpPr txBox="1"/>
          <p:nvPr/>
        </p:nvSpPr>
        <p:spPr>
          <a:xfrm>
            <a:off x="801561" y="580553"/>
            <a:ext cx="1335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68075-32B2-3165-8E96-453B2F4843B0}"/>
              </a:ext>
            </a:extLst>
          </p:cNvPr>
          <p:cNvSpPr txBox="1"/>
          <p:nvPr/>
        </p:nvSpPr>
        <p:spPr>
          <a:xfrm>
            <a:off x="10938550" y="8470025"/>
            <a:ext cx="90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EADF3-0EA7-3194-F3E6-2421C2A24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34"/>
          <a:stretch>
            <a:fillRect/>
          </a:stretch>
        </p:blipFill>
        <p:spPr>
          <a:xfrm>
            <a:off x="1701131" y="181100"/>
            <a:ext cx="17847331" cy="8240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8D090D-471E-B7E7-0916-31D0F9641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27" y="9129845"/>
            <a:ext cx="10428323" cy="8641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B83CC2-0833-E4B8-51AE-48B7142B5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550" y="9129845"/>
            <a:ext cx="10486326" cy="868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9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Yihan Wang</cp:lastModifiedBy>
  <cp:revision>7</cp:revision>
  <dcterms:created xsi:type="dcterms:W3CDTF">2026-01-01T09:43:54Z</dcterms:created>
  <dcterms:modified xsi:type="dcterms:W3CDTF">2026-01-25T05:39:33Z</dcterms:modified>
</cp:coreProperties>
</file>