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3"/>
  </p:notesMasterIdLst>
  <p:sldIdLst>
    <p:sldId id="256" r:id="rId2"/>
  </p:sldIdLst>
  <p:sldSz cx="18000663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/>
    <p:restoredTop sz="94598"/>
  </p:normalViewPr>
  <p:slideViewPr>
    <p:cSldViewPr snapToGrid="0">
      <p:cViewPr varScale="1">
        <p:scale>
          <a:sx n="45" d="100"/>
          <a:sy n="45" d="100"/>
        </p:scale>
        <p:origin x="321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CDF61-E556-CE48-9818-A9B48EADB22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38BF43-B867-D844-A6BE-0DC8885EC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71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38BF43-B867-D844-A6BE-0DC8885ECF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046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945943"/>
            <a:ext cx="15300564" cy="6266897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9454516"/>
            <a:ext cx="13500497" cy="4345992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97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57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4487671"/>
            <a:ext cx="15525572" cy="7487774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2046282"/>
            <a:ext cx="15525572" cy="3937644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82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98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4791843"/>
            <a:ext cx="7650282" cy="114212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4791843"/>
            <a:ext cx="7650282" cy="114212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776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58373"/>
            <a:ext cx="15525572" cy="347929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4412664"/>
            <a:ext cx="7615123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6575242"/>
            <a:ext cx="7615123" cy="96711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4412664"/>
            <a:ext cx="7652626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6575242"/>
            <a:ext cx="7652626" cy="96711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4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42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223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591766"/>
            <a:ext cx="9112836" cy="12792138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40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591766"/>
            <a:ext cx="9112836" cy="12792138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1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48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958369"/>
            <a:ext cx="3881393" cy="1525473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958369"/>
            <a:ext cx="11419171" cy="1525473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00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958373"/>
            <a:ext cx="15525572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4791843"/>
            <a:ext cx="15525572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6683952"/>
            <a:ext cx="607522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98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98A1829-FEDD-25AD-E26D-C86D9F4312EB}"/>
              </a:ext>
            </a:extLst>
          </p:cNvPr>
          <p:cNvSpPr txBox="1"/>
          <p:nvPr/>
        </p:nvSpPr>
        <p:spPr>
          <a:xfrm>
            <a:off x="282010" y="-2679783"/>
            <a:ext cx="909588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75" b="1" dirty="0"/>
              <a:t>A.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30C54-8583-82ED-25A3-F215F31BF638}"/>
              </a:ext>
            </a:extLst>
          </p:cNvPr>
          <p:cNvSpPr txBox="1"/>
          <p:nvPr/>
        </p:nvSpPr>
        <p:spPr>
          <a:xfrm>
            <a:off x="9167284" y="791414"/>
            <a:ext cx="9095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B.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1B3EE6-CC5A-9FEE-71A7-358A5086FF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492" r="52053"/>
          <a:stretch>
            <a:fillRect/>
          </a:stretch>
        </p:blipFill>
        <p:spPr>
          <a:xfrm>
            <a:off x="736804" y="466144"/>
            <a:ext cx="8096576" cy="84070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16A296-DBE6-3B12-382E-005BFC545D53}"/>
              </a:ext>
            </a:extLst>
          </p:cNvPr>
          <p:cNvSpPr txBox="1"/>
          <p:nvPr/>
        </p:nvSpPr>
        <p:spPr>
          <a:xfrm>
            <a:off x="493184" y="466144"/>
            <a:ext cx="9095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F68075-32B2-3165-8E96-453B2F4843B0}"/>
              </a:ext>
            </a:extLst>
          </p:cNvPr>
          <p:cNvSpPr txBox="1"/>
          <p:nvPr/>
        </p:nvSpPr>
        <p:spPr>
          <a:xfrm>
            <a:off x="442020" y="9524092"/>
            <a:ext cx="9095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E21F2B-9169-D8E4-9572-7B7AD5E2BE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2077" y="1545480"/>
            <a:ext cx="7461781" cy="73277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078BD7-0E75-0DFF-2CE9-08FEF6630DD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234"/>
          <a:stretch>
            <a:fillRect/>
          </a:stretch>
        </p:blipFill>
        <p:spPr>
          <a:xfrm>
            <a:off x="493184" y="10306829"/>
            <a:ext cx="16590674" cy="732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398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389</TotalTime>
  <Words>9</Words>
  <Application>Microsoft Macintosh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Yihan Wang</dc:creator>
  <cp:lastModifiedBy>Yihan Wang</cp:lastModifiedBy>
  <cp:revision>5</cp:revision>
  <dcterms:created xsi:type="dcterms:W3CDTF">2026-01-01T09:43:54Z</dcterms:created>
  <dcterms:modified xsi:type="dcterms:W3CDTF">2026-01-25T05:37:32Z</dcterms:modified>
</cp:coreProperties>
</file>